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4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B8E896-95E0-4C0D-99EC-93A1A4EB023F}" type="datetimeFigureOut">
              <a:rPr lang="en-IN" smtClean="0"/>
              <a:t>26-07-2026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9F3020-56AE-4A01-B6AE-D40B4AE29B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36811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B8E896-95E0-4C0D-99EC-93A1A4EB023F}" type="datetimeFigureOut">
              <a:rPr lang="en-IN" smtClean="0"/>
              <a:t>26-07-2026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9F3020-56AE-4A01-B6AE-D40B4AE29B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90131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B8E896-95E0-4C0D-99EC-93A1A4EB023F}" type="datetimeFigureOut">
              <a:rPr lang="en-IN" smtClean="0"/>
              <a:t>26-07-2026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9F3020-56AE-4A01-B6AE-D40B4AE29B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58423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B8E896-95E0-4C0D-99EC-93A1A4EB023F}" type="datetimeFigureOut">
              <a:rPr lang="en-IN" smtClean="0"/>
              <a:t>26-07-2026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9F3020-56AE-4A01-B6AE-D40B4AE29B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78180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B8E896-95E0-4C0D-99EC-93A1A4EB023F}" type="datetimeFigureOut">
              <a:rPr lang="en-IN" smtClean="0"/>
              <a:t>26-07-2026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9F3020-56AE-4A01-B6AE-D40B4AE29B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47150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B8E896-95E0-4C0D-99EC-93A1A4EB023F}" type="datetimeFigureOut">
              <a:rPr lang="en-IN" smtClean="0"/>
              <a:t>26-07-2026</a:t>
            </a:fld>
            <a:endParaRPr lang="en-IN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9F3020-56AE-4A01-B6AE-D40B4AE29B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81481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B8E896-95E0-4C0D-99EC-93A1A4EB023F}" type="datetimeFigureOut">
              <a:rPr lang="en-IN" smtClean="0"/>
              <a:t>26-07-2026</a:t>
            </a:fld>
            <a:endParaRPr lang="en-IN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9F3020-56AE-4A01-B6AE-D40B4AE29B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34282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B8E896-95E0-4C0D-99EC-93A1A4EB023F}" type="datetimeFigureOut">
              <a:rPr lang="en-IN" smtClean="0"/>
              <a:t>26-07-2026</a:t>
            </a:fld>
            <a:endParaRPr lang="en-IN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9F3020-56AE-4A01-B6AE-D40B4AE29B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53067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B8E896-95E0-4C0D-99EC-93A1A4EB023F}" type="datetimeFigureOut">
              <a:rPr lang="en-IN" smtClean="0"/>
              <a:t>26-07-2026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9F3020-56AE-4A01-B6AE-D40B4AE29B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73527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B8E896-95E0-4C0D-99EC-93A1A4EB023F}" type="datetimeFigureOut">
              <a:rPr lang="en-IN" smtClean="0"/>
              <a:t>26-07-2026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9F3020-56AE-4A01-B6AE-D40B4AE29B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63281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B8E896-95E0-4C0D-99EC-93A1A4EB023F}" type="datetimeFigureOut">
              <a:rPr lang="en-IN" smtClean="0"/>
              <a:t>26-07-2026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9F3020-56AE-4A01-B6AE-D40B4AE29B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166009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>
          <a:xfrm>
            <a:off x="1930400" y="3771174"/>
            <a:ext cx="727964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B8E896-95E0-4C0D-99EC-93A1A4EB023F}" type="datetimeFigureOut">
              <a:rPr lang="en-IN" smtClean="0"/>
              <a:t>26-07-2026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9F3020-56AE-4A01-B6AE-D40B4AE29B1C}" type="slidenum">
              <a:rPr lang="en-IN" smtClean="0"/>
              <a:t>‹#›</a:t>
            </a:fld>
            <a:endParaRPr lang="en-IN"/>
          </a:p>
        </p:txBody>
      </p:sp>
      <p:sp>
        <p:nvSpPr>
          <p:cNvPr id="9" name="TextBox 8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04246511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B8E896-95E0-4C0D-99EC-93A1A4EB023F}" type="datetimeFigureOut">
              <a:rPr lang="en-IN" smtClean="0"/>
              <a:t>26-07-2026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9F3020-56AE-4A01-B6AE-D40B4AE29B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162935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B8E896-95E0-4C0D-99EC-93A1A4EB023F}" type="datetimeFigureOut">
              <a:rPr lang="en-IN" smtClean="0"/>
              <a:t>26-07-2026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9F3020-56AE-4A01-B6AE-D40B4AE29B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051614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B8E896-95E0-4C0D-99EC-93A1A4EB023F}" type="datetimeFigureOut">
              <a:rPr lang="en-IN" smtClean="0"/>
              <a:t>26-07-2026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9F3020-56AE-4A01-B6AE-D40B4AE29B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928810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B8E896-95E0-4C0D-99EC-93A1A4EB023F}" type="datetimeFigureOut">
              <a:rPr lang="en-IN" smtClean="0"/>
              <a:t>26-07-2026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9F3020-56AE-4A01-B6AE-D40B4AE29B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252302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B8E896-95E0-4C0D-99EC-93A1A4EB023F}" type="datetimeFigureOut">
              <a:rPr lang="en-IN" smtClean="0"/>
              <a:t>26-07-2026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9F3020-56AE-4A01-B6AE-D40B4AE29B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09197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7000"/>
                </a:schemeClr>
              </a:gs>
              <a:gs pos="69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9012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07B8E896-95E0-4C0D-99EC-93A1A4EB023F}" type="datetimeFigureOut">
              <a:rPr lang="en-IN" smtClean="0"/>
              <a:t>26-07-2026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9F3020-56AE-4A01-B6AE-D40B4AE29B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388016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  <p:sldLayoutId id="2147483726" r:id="rId12"/>
    <p:sldLayoutId id="2147483727" r:id="rId13"/>
    <p:sldLayoutId id="2147483728" r:id="rId14"/>
    <p:sldLayoutId id="2147483729" r:id="rId15"/>
    <p:sldLayoutId id="2147483730" r:id="rId16"/>
    <p:sldLayoutId id="2147483731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EEFC3BE-F3E7-F825-D4E3-5B2DA34C0C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648929"/>
            <a:ext cx="9144000" cy="5624052"/>
          </a:xfrm>
          <a:solidFill>
            <a:schemeClr val="accent5">
              <a:lumMod val="20000"/>
              <a:lumOff val="80000"/>
            </a:schemeClr>
          </a:solidFill>
          <a:ln>
            <a:solidFill>
              <a:srgbClr val="0070C0"/>
            </a:solidFill>
          </a:ln>
        </p:spPr>
        <p:txBody>
          <a:bodyPr>
            <a:normAutofit/>
          </a:bodyPr>
          <a:lstStyle/>
          <a:p>
            <a:pPr algn="l"/>
            <a:endParaRPr lang="en-US" dirty="0"/>
          </a:p>
          <a:p>
            <a:pPr algn="ctr"/>
            <a:r>
              <a:rPr lang="en-IN" b="1" dirty="0">
                <a:solidFill>
                  <a:schemeClr val="bg1"/>
                </a:solidFill>
              </a:rPr>
              <a:t>Cleaning and Validation</a:t>
            </a:r>
          </a:p>
          <a:p>
            <a:r>
              <a:rPr lang="en-US" sz="48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  <a:r>
              <a:rPr lang="en-US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Hard-rejects rows with missing timestamps or physically impossible</a:t>
            </a:r>
          </a:p>
          <a:p>
            <a:r>
              <a:rPr lang="en-US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values</a:t>
            </a:r>
          </a:p>
          <a:p>
            <a:endParaRPr lang="en-US" b="1" dirty="0">
              <a:solidFill>
                <a:schemeClr val="bg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algn="l"/>
            <a:r>
              <a:rPr lang="en-US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Renames columns to </a:t>
            </a:r>
            <a:r>
              <a:rPr lang="en-US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snake_case</a:t>
            </a:r>
            <a:r>
              <a:rPr lang="en-US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parses timestamps, casts numeric</a:t>
            </a:r>
            <a:endParaRPr lang="en-US" dirty="0">
              <a:solidFill>
                <a:schemeClr val="bg1"/>
              </a:solidFill>
            </a:endParaRPr>
          </a:p>
          <a:p>
            <a:endParaRPr lang="en-IN" b="1" dirty="0">
              <a:solidFill>
                <a:schemeClr val="bg1"/>
              </a:solidFill>
            </a:endParaRPr>
          </a:p>
          <a:p>
            <a:pPr algn="l"/>
            <a:r>
              <a:rPr lang="en-US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Deduplicates and forward-fills remaining nulls</a:t>
            </a:r>
          </a:p>
          <a:p>
            <a:endParaRPr lang="en-US" dirty="0">
              <a:solidFill>
                <a:schemeClr val="bg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sz="1800" b="1" dirty="0">
                <a:solidFill>
                  <a:schemeClr val="bg2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records Input – </a:t>
            </a:r>
            <a:r>
              <a:rPr lang="en-US" sz="1800" b="1">
                <a:solidFill>
                  <a:schemeClr val="bg2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4176       </a:t>
            </a:r>
            <a:r>
              <a:rPr lang="en-US" sz="1800" b="1" dirty="0">
                <a:solidFill>
                  <a:schemeClr val="bg2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Cleaned records – </a:t>
            </a:r>
            <a:r>
              <a:rPr lang="en-US" sz="1800" b="1">
                <a:solidFill>
                  <a:schemeClr val="bg2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4066       </a:t>
            </a:r>
            <a:r>
              <a:rPr lang="en-US" sz="1800" b="1" dirty="0">
                <a:solidFill>
                  <a:schemeClr val="bg2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Hard Rejected - 110</a:t>
            </a:r>
          </a:p>
          <a:p>
            <a:endParaRPr lang="en-US" dirty="0">
              <a:solidFill>
                <a:srgbClr val="3A4A57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lang="en-US" dirty="0"/>
          </a:p>
          <a:p>
            <a:endParaRPr lang="en-US" dirty="0"/>
          </a:p>
          <a:p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341847111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0E5580"/>
      </a:dk2>
      <a:lt2>
        <a:srgbClr val="EBEBEB"/>
      </a:lt2>
      <a:accent1>
        <a:srgbClr val="ACD433"/>
      </a:accent1>
      <a:accent2>
        <a:srgbClr val="E6C133"/>
      </a:accent2>
      <a:accent3>
        <a:srgbClr val="EF7A24"/>
      </a:accent3>
      <a:accent4>
        <a:srgbClr val="5AA0F5"/>
      </a:accent4>
      <a:accent5>
        <a:srgbClr val="75CEEC"/>
      </a:accent5>
      <a:accent6>
        <a:srgbClr val="65D6A0"/>
      </a:accent6>
      <a:hlink>
        <a:srgbClr val="C4E46E"/>
      </a:hlink>
      <a:folHlink>
        <a:srgbClr val="BDE0F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2000"/>
                <a:hueMod val="96000"/>
                <a:satMod val="128000"/>
                <a:lumMod val="114000"/>
              </a:schemeClr>
            </a:gs>
            <a:gs pos="100000">
              <a:schemeClr val="phClr">
                <a:shade val="62000"/>
                <a:hueMod val="100000"/>
                <a:satMod val="13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2000"/>
                <a:hueMod val="108000"/>
                <a:satMod val="164000"/>
                <a:lumMod val="69000"/>
              </a:schemeClr>
              <a:schemeClr val="phClr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BACC050B-8757-4460-95D8-E37B46A6B42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12</TotalTime>
  <Words>47</Words>
  <Application>Microsoft Office PowerPoint</Application>
  <PresentationFormat>Widescreen</PresentationFormat>
  <Paragraphs>12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Calibri</vt:lpstr>
      <vt:lpstr>Century Gothic</vt:lpstr>
      <vt:lpstr>Wingdings 3</vt:lpstr>
      <vt:lpstr>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Abhilash V</dc:creator>
  <cp:lastModifiedBy>Abhilash V</cp:lastModifiedBy>
  <cp:revision>6</cp:revision>
  <dcterms:created xsi:type="dcterms:W3CDTF">2026-07-26T13:04:22Z</dcterms:created>
  <dcterms:modified xsi:type="dcterms:W3CDTF">2026-07-26T13:16:48Z</dcterms:modified>
</cp:coreProperties>
</file>